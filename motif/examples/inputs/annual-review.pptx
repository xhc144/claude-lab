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19</c:v>
                </c:pt>
                <c:pt idx="2">
                  <c:v>31</c:v>
                </c:pt>
                <c:pt idx="3">
                  <c:v>52</c:v>
                </c:pt>
                <c:pt idx="4">
                  <c:v>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订阅</c:v>
                </c:pt>
                <c:pt idx="1">
                  <c:v>企业服务</c:v>
                </c:pt>
                <c:pt idx="2">
                  <c:v>广告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28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各位好，下面汇报 2025 年的经营情况。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今年最重要的变化是规模和盈利同时突破。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 年度经营汇报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星云科技 · 战略与运营部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年度亮点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营收达到 86 亿元，同比增长 65%</a:t>
            </a:r>
          </a:p>
          <a:p>
            <a:r>
              <a:t>付费用户突破 380 万</a:t>
            </a:r>
          </a:p>
          <a:p>
            <a:r>
              <a:t>海外收入占比提升到 23%</a:t>
            </a:r>
          </a:p>
          <a:p>
            <a:r>
              <a:t>研发投入占营收 18%</a:t>
            </a:r>
          </a:p>
          <a:p>
            <a:r>
              <a:t>首次实现全年盈利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营收五年走势（亿元）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收入结构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区域表现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r>
                        <a:t>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营收（亿）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占比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华东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华南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海外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其他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发展历程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2019 公司成立</a:t>
            </a:r>
          </a:p>
          <a:p>
            <a:r>
              <a:t>2021 完成 A 轮融资</a:t>
            </a:r>
          </a:p>
          <a:p>
            <a:r>
              <a:t>2023 用户突破百万</a:t>
            </a:r>
          </a:p>
          <a:p>
            <a:r>
              <a:t>2024 进入东南亚</a:t>
            </a:r>
          </a:p>
          <a:p>
            <a:r>
              <a:t>2025 实现盈利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新一代产品 Motif Cloud</a:t>
            </a:r>
          </a:p>
        </p:txBody>
      </p:sp>
      <p:pic>
        <p:nvPicPr>
          <p:cNvPr id="3" name="Picture Placeholder 2" descr="product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556" r="555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面向中小企业的一站式数据平台，十分钟完成接入。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第一步：完善产品矩阵</a:t>
            </a:r>
          </a:p>
          <a:p>
            <a:r>
              <a:t>第二步：深耕重点行业</a:t>
            </a:r>
          </a:p>
          <a:p>
            <a:r>
              <a:t>第三步：扩大海外布局</a:t>
            </a:r>
          </a:p>
          <a:p>
            <a:r>
              <a:t>第四步：建设开发者生态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strategy@example.com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